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6" d="100"/>
          <a:sy n="96" d="100"/>
        </p:scale>
        <p:origin x="82" y="19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iyushdoshi215-a11y/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80736" y="3376658"/>
            <a:ext cx="4703639" cy="991699"/>
          </a:xfrm>
        </p:spPr>
        <p:txBody>
          <a:bodyPr vert="horz" lIns="91440" tIns="45720" rIns="91440" bIns="45720" rtlCol="0" anchor="t">
            <a:normAutofit/>
          </a:bodyPr>
          <a:lstStyle/>
          <a:p>
            <a:r>
              <a:rPr lang="en-US" sz="2800" dirty="0"/>
              <a:t>Piyush Doshi</a:t>
            </a:r>
            <a:br>
              <a:rPr lang="en-US" b="0" dirty="0"/>
            </a:br>
            <a:r>
              <a:rPr lang="en-US" dirty="0" err="1"/>
              <a:t>Walchand</a:t>
            </a:r>
            <a:r>
              <a:rPr lang="en-US" dirty="0"/>
              <a:t> Institute of Technology</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2016" y="2803498"/>
            <a:ext cx="4998720" cy="1251004"/>
          </a:xfrm>
        </p:spPr>
        <p:txBody>
          <a:bodyPr>
            <a:normAutofit/>
          </a:bodyPr>
          <a:lstStyle/>
          <a:p>
            <a:r>
              <a:rPr lang="en-GB" sz="3200" dirty="0"/>
              <a:t>Project Title-</a:t>
            </a:r>
            <a:r>
              <a:rPr lang="en-US" sz="2400" dirty="0"/>
              <a:t>Seasonal Agriculture Performance Analysis</a:t>
            </a:r>
            <a:endParaRPr lang="en-IN" sz="2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046280" y="4368357"/>
            <a:ext cx="3919681" cy="646331"/>
          </a:xfrm>
          <a:prstGeom prst="rect">
            <a:avLst/>
          </a:prstGeom>
          <a:noFill/>
        </p:spPr>
        <p:txBody>
          <a:bodyPr wrap="square" rtlCol="0">
            <a:spAutoFit/>
          </a:bodyPr>
          <a:lstStyle/>
          <a:p>
            <a:r>
              <a:rPr lang="en-US" b="1" dirty="0"/>
              <a:t>AICTE STU ID: </a:t>
            </a:r>
            <a:r>
              <a:rPr lang="en-US" dirty="0"/>
              <a:t>STU6a568082f420a1784053890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20000"/>
          </a:bodyPr>
          <a:lstStyle/>
          <a:p>
            <a:pPr>
              <a:lnSpc>
                <a:spcPct val="100000"/>
              </a:lnSpc>
            </a:pPr>
            <a:r>
              <a:rPr lang="en-US" sz="2800" dirty="0"/>
              <a:t>Agricultural performance changes across different seasons due to variations in rainfall, temperature, soil conditions, and farming practices. Raw agricultural data does not clearly show these seasonal differences. This project analyzes seasonal agricultural data to identify meaningful patterns, trends, relationships, and variations that can support better agricultural planning</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5901340"/>
          </a:xfrm>
        </p:spPr>
        <p:txBody>
          <a:bodyPr>
            <a:normAutofit fontScale="90000"/>
          </a:bodyPr>
          <a:lstStyle/>
          <a:p>
            <a:r>
              <a:rPr lang="en-GB" dirty="0"/>
              <a:t>Project Description</a:t>
            </a:r>
            <a:br>
              <a:rPr lang="en-GB" dirty="0"/>
            </a:br>
            <a:br>
              <a:rPr lang="en-GB" sz="2400" dirty="0"/>
            </a:br>
            <a:r>
              <a:rPr lang="en-US" sz="2400" dirty="0"/>
              <a:t>This project analyzes a seasonal agriculture dataset using Python in Google </a:t>
            </a:r>
            <a:r>
              <a:rPr lang="en-US" sz="2400" dirty="0" err="1"/>
              <a:t>Colab</a:t>
            </a:r>
            <a:r>
              <a:rPr lang="en-US" sz="2400" dirty="0"/>
              <a:t>. The dataset was explored, cleaned, and visualized to compare agricultural performance across Kharif, Rabi, and Zaid seasons. The analysis focused on crop yield, revenue, rainfall, and relationships among numerical variables. The project provides data-driven insights that help understand seasonal agricultural performance.</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a:bodyPr>
          <a:lstStyle/>
          <a:p>
            <a:pPr lvl="0"/>
            <a:r>
              <a:rPr lang="en-US" sz="3600" dirty="0"/>
              <a:t>Farmers</a:t>
            </a:r>
          </a:p>
          <a:p>
            <a:pPr lvl="0"/>
            <a:r>
              <a:rPr lang="en-US" sz="3600" dirty="0"/>
              <a:t>Agricultural Researchers</a:t>
            </a:r>
          </a:p>
          <a:p>
            <a:pPr lvl="0"/>
            <a:r>
              <a:rPr lang="en-US" sz="3600" dirty="0"/>
              <a:t>Government Agricultural Departments</a:t>
            </a:r>
          </a:p>
          <a:p>
            <a:pPr lvl="0"/>
            <a:r>
              <a:rPr lang="en-US" sz="3600" dirty="0"/>
              <a:t>Policy Makers</a:t>
            </a:r>
          </a:p>
          <a:p>
            <a:pPr lvl="0"/>
            <a:r>
              <a:rPr lang="en-US" sz="3600" dirty="0"/>
              <a:t>Agricultural Planning Organizations</a:t>
            </a:r>
          </a:p>
          <a:p>
            <a:pPr lvl="0"/>
            <a:r>
              <a:rPr lang="en-US" sz="3600" dirty="0"/>
              <a:t>Data Analysts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68629" y="1917589"/>
            <a:ext cx="9027702" cy="3688081"/>
          </a:xfrm>
        </p:spPr>
        <p:txBody>
          <a:bodyPr/>
          <a:lstStyle/>
          <a:p>
            <a:pPr lvl="0"/>
            <a:r>
              <a:rPr lang="en-US" dirty="0"/>
              <a:t>Google </a:t>
            </a:r>
            <a:r>
              <a:rPr lang="en-US" dirty="0" err="1"/>
              <a:t>Colab</a:t>
            </a:r>
            <a:r>
              <a:rPr lang="en-US" dirty="0"/>
              <a:t> – Used to develop and run the project.</a:t>
            </a:r>
          </a:p>
          <a:p>
            <a:pPr lvl="0"/>
            <a:r>
              <a:rPr lang="en-US" dirty="0"/>
              <a:t>Python – Main programming language used for analysis.</a:t>
            </a:r>
          </a:p>
          <a:p>
            <a:pPr lvl="0"/>
            <a:r>
              <a:rPr lang="en-US" dirty="0"/>
              <a:t>Pandas – Used for data loading, cleaning, and analysis.</a:t>
            </a:r>
          </a:p>
          <a:p>
            <a:pPr lvl="0"/>
            <a:r>
              <a:rPr lang="en-US" dirty="0"/>
              <a:t>NumPy – Used for numerical calculations.</a:t>
            </a:r>
          </a:p>
          <a:p>
            <a:pPr lvl="0"/>
            <a:r>
              <a:rPr lang="en-US" dirty="0"/>
              <a:t>Matplotlib – Used to create graphs and data visualizations.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2091634" y="404513"/>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13467" y="167362"/>
            <a:ext cx="9069508" cy="830997"/>
          </a:xfrm>
        </p:spPr>
        <p:txBody>
          <a:bodyPr>
            <a:normAutofit/>
          </a:bodyPr>
          <a:lstStyle/>
          <a:p>
            <a:r>
              <a:rPr lang="en-GB" sz="3200" dirty="0"/>
              <a:t>RESULTS : </a:t>
            </a:r>
            <a:r>
              <a:rPr lang="en-US" sz="3200" dirty="0"/>
              <a:t>Number of Records in Each Season</a:t>
            </a:r>
            <a:r>
              <a:rPr lang="en-GB" sz="3200" dirty="0"/>
              <a:t> </a:t>
            </a:r>
            <a:endParaRPr lang="en-IN" sz="32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0849F62-1F92-E822-C8E7-086E8852144A}"/>
              </a:ext>
            </a:extLst>
          </p:cNvPr>
          <p:cNvPicPr>
            <a:picLocks noChangeAspect="1"/>
          </p:cNvPicPr>
          <p:nvPr/>
        </p:nvPicPr>
        <p:blipFill>
          <a:blip r:embed="rId3"/>
          <a:stretch>
            <a:fillRect/>
          </a:stretch>
        </p:blipFill>
        <p:spPr>
          <a:xfrm>
            <a:off x="473702" y="1275371"/>
            <a:ext cx="5281118" cy="3787468"/>
          </a:xfrm>
          <a:prstGeom prst="rect">
            <a:avLst/>
          </a:prstGeom>
        </p:spPr>
      </p:pic>
      <p:sp>
        <p:nvSpPr>
          <p:cNvPr id="6" name="TextBox 5">
            <a:extLst>
              <a:ext uri="{FF2B5EF4-FFF2-40B4-BE49-F238E27FC236}">
                <a16:creationId xmlns:a16="http://schemas.microsoft.com/office/drawing/2014/main" id="{25DEB738-839B-3F04-1F02-66E4BD0C1008}"/>
              </a:ext>
            </a:extLst>
          </p:cNvPr>
          <p:cNvSpPr txBox="1"/>
          <p:nvPr/>
        </p:nvSpPr>
        <p:spPr>
          <a:xfrm>
            <a:off x="413467" y="5391965"/>
            <a:ext cx="5995284" cy="1200329"/>
          </a:xfrm>
          <a:prstGeom prst="rect">
            <a:avLst/>
          </a:prstGeom>
          <a:noFill/>
        </p:spPr>
        <p:txBody>
          <a:bodyPr wrap="square" rtlCol="0">
            <a:spAutoFit/>
          </a:bodyPr>
          <a:lstStyle/>
          <a:p>
            <a:r>
              <a:rPr lang="en-US" dirty="0"/>
              <a:t>Observation: Kharif has the highest number of records (1779), followed by Rabi (1627) and Zaid (594). This indicates that Kharif farming activities are more frequently represented in the dataset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445273" y="370589"/>
            <a:ext cx="8873656" cy="830997"/>
          </a:xfrm>
        </p:spPr>
        <p:txBody>
          <a:bodyPr>
            <a:normAutofit/>
          </a:bodyPr>
          <a:lstStyle/>
          <a:p>
            <a:r>
              <a:rPr lang="en-GB" sz="3600" dirty="0"/>
              <a:t>RESULTS : </a:t>
            </a:r>
            <a:r>
              <a:rPr lang="en-US" sz="3600" dirty="0"/>
              <a:t>Average Crop Yield by Season</a:t>
            </a:r>
            <a:r>
              <a:rPr lang="en-GB" sz="3600" dirty="0"/>
              <a:t> </a:t>
            </a:r>
            <a:endParaRPr lang="en-IN" sz="36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66314" y="5491586"/>
            <a:ext cx="4968671" cy="1076191"/>
          </a:xfrm>
        </p:spPr>
        <p:txBody>
          <a:bodyPr>
            <a:normAutofit fontScale="92500" lnSpcReduction="20000"/>
          </a:bodyPr>
          <a:lstStyle/>
          <a:p>
            <a:pPr marL="0" indent="0">
              <a:buNone/>
            </a:pPr>
            <a:r>
              <a:rPr lang="en-US" dirty="0"/>
              <a:t>Observation: The graph compares the average crop yield across Kharif, Rabi, and Zaid seasons, showing that agricultural productivity varies between seasons</a:t>
            </a:r>
            <a:endParaRPr lang="en-IN" dirty="0"/>
          </a:p>
        </p:txBody>
      </p:sp>
      <p:pic>
        <p:nvPicPr>
          <p:cNvPr id="9" name="Picture 8">
            <a:extLst>
              <a:ext uri="{FF2B5EF4-FFF2-40B4-BE49-F238E27FC236}">
                <a16:creationId xmlns:a16="http://schemas.microsoft.com/office/drawing/2014/main" id="{690E808A-14F3-3018-BBEA-12852ED15C2C}"/>
              </a:ext>
            </a:extLst>
          </p:cNvPr>
          <p:cNvPicPr>
            <a:picLocks noChangeAspect="1"/>
          </p:cNvPicPr>
          <p:nvPr/>
        </p:nvPicPr>
        <p:blipFill>
          <a:blip r:embed="rId3"/>
          <a:stretch>
            <a:fillRect/>
          </a:stretch>
        </p:blipFill>
        <p:spPr>
          <a:xfrm>
            <a:off x="566315" y="1366414"/>
            <a:ext cx="4968671" cy="377222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8674777" cy="830997"/>
          </a:xfrm>
        </p:spPr>
        <p:txBody>
          <a:bodyPr>
            <a:normAutofit/>
          </a:bodyPr>
          <a:lstStyle/>
          <a:p>
            <a:r>
              <a:rPr lang="en-GB" sz="3200" dirty="0"/>
              <a:t>RESULTS : </a:t>
            </a:r>
            <a:r>
              <a:rPr lang="en-US" sz="3200" dirty="0"/>
              <a:t>Average Revenue by Season</a:t>
            </a:r>
            <a:r>
              <a:rPr lang="en-GB" sz="3200" dirty="0"/>
              <a:t> </a:t>
            </a:r>
            <a:endParaRPr lang="en-IN" sz="32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20982" y="5250870"/>
            <a:ext cx="5349704" cy="943195"/>
          </a:xfrm>
        </p:spPr>
        <p:txBody>
          <a:bodyPr>
            <a:normAutofit fontScale="85000" lnSpcReduction="10000"/>
          </a:bodyPr>
          <a:lstStyle/>
          <a:p>
            <a:pPr marL="0" indent="0">
              <a:buNone/>
            </a:pPr>
            <a:r>
              <a:rPr lang="en-US" dirty="0"/>
              <a:t>Observation: Revenue differs across seasons, helping compare the economic performance of agricultural activities during Kharif, Rabi, and Zaid seasons</a:t>
            </a:r>
            <a:endParaRPr lang="en-IN" dirty="0"/>
          </a:p>
        </p:txBody>
      </p:sp>
      <p:pic>
        <p:nvPicPr>
          <p:cNvPr id="3" name="Picture 2">
            <a:extLst>
              <a:ext uri="{FF2B5EF4-FFF2-40B4-BE49-F238E27FC236}">
                <a16:creationId xmlns:a16="http://schemas.microsoft.com/office/drawing/2014/main" id="{7EA513D3-5F41-03F7-EC85-CDAB361DEAED}"/>
              </a:ext>
            </a:extLst>
          </p:cNvPr>
          <p:cNvPicPr>
            <a:picLocks noChangeAspect="1"/>
          </p:cNvPicPr>
          <p:nvPr/>
        </p:nvPicPr>
        <p:blipFill>
          <a:blip r:embed="rId3"/>
          <a:stretch>
            <a:fillRect/>
          </a:stretch>
        </p:blipFill>
        <p:spPr>
          <a:xfrm>
            <a:off x="326283" y="1182428"/>
            <a:ext cx="5349704" cy="373412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8571410" cy="830997"/>
          </a:xfrm>
        </p:spPr>
        <p:txBody>
          <a:bodyPr>
            <a:normAutofit/>
          </a:bodyPr>
          <a:lstStyle/>
          <a:p>
            <a:r>
              <a:rPr lang="en-GB" sz="3200" dirty="0"/>
              <a:t>RESULTS : </a:t>
            </a:r>
            <a:r>
              <a:rPr lang="en-US" sz="3200" dirty="0"/>
              <a:t>Rainfall vs Crop Yield</a:t>
            </a:r>
            <a:r>
              <a:rPr lang="en-GB" sz="3200" dirty="0"/>
              <a:t> </a:t>
            </a:r>
            <a:endParaRPr lang="en-IN" sz="32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20982" y="5343869"/>
            <a:ext cx="5058642" cy="770684"/>
          </a:xfrm>
        </p:spPr>
        <p:txBody>
          <a:bodyPr>
            <a:normAutofit fontScale="85000" lnSpcReduction="20000"/>
          </a:bodyPr>
          <a:lstStyle/>
          <a:p>
            <a:pPr marL="0" indent="0">
              <a:buNone/>
            </a:pPr>
            <a:r>
              <a:rPr lang="en-US" dirty="0"/>
              <a:t>Observation: The scatter plot helps identify the relationship between rainfall and crop yield. Each point represents one farm record</a:t>
            </a:r>
            <a:endParaRPr lang="en-IN" dirty="0"/>
          </a:p>
        </p:txBody>
      </p:sp>
      <p:pic>
        <p:nvPicPr>
          <p:cNvPr id="3" name="Picture 2">
            <a:extLst>
              <a:ext uri="{FF2B5EF4-FFF2-40B4-BE49-F238E27FC236}">
                <a16:creationId xmlns:a16="http://schemas.microsoft.com/office/drawing/2014/main" id="{12DF649F-F6A6-98BA-723F-B7886E2914D1}"/>
              </a:ext>
            </a:extLst>
          </p:cNvPr>
          <p:cNvPicPr>
            <a:picLocks noChangeAspect="1"/>
          </p:cNvPicPr>
          <p:nvPr/>
        </p:nvPicPr>
        <p:blipFill>
          <a:blip r:embed="rId3"/>
          <a:stretch>
            <a:fillRect/>
          </a:stretch>
        </p:blipFill>
        <p:spPr>
          <a:xfrm>
            <a:off x="258540" y="1275371"/>
            <a:ext cx="5121084" cy="374936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8682728" cy="830997"/>
          </a:xfrm>
        </p:spPr>
        <p:txBody>
          <a:bodyPr>
            <a:normAutofit/>
          </a:bodyPr>
          <a:lstStyle/>
          <a:p>
            <a:r>
              <a:rPr lang="en-GB" sz="3200" dirty="0"/>
              <a:t>RESULTS : </a:t>
            </a:r>
            <a:r>
              <a:rPr lang="en-US" sz="3200" dirty="0"/>
              <a:t>Correlation Heatmap</a:t>
            </a:r>
            <a:r>
              <a:rPr lang="en-GB" sz="3200" dirty="0"/>
              <a:t> </a:t>
            </a:r>
            <a:endParaRPr lang="en-IN" sz="32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388608" y="5449728"/>
            <a:ext cx="4275138" cy="951072"/>
          </a:xfrm>
        </p:spPr>
        <p:txBody>
          <a:bodyPr>
            <a:normAutofit fontScale="85000" lnSpcReduction="20000"/>
          </a:bodyPr>
          <a:lstStyle/>
          <a:p>
            <a:pPr marL="0" indent="0">
              <a:buNone/>
            </a:pPr>
            <a:r>
              <a:rPr lang="en-US" dirty="0"/>
              <a:t>Observation: The heatmap shows positive and negative relationships among numerical variables. Darker colors indicate stronger relationships.</a:t>
            </a:r>
            <a:endParaRPr lang="en-IN" dirty="0"/>
          </a:p>
        </p:txBody>
      </p:sp>
      <p:pic>
        <p:nvPicPr>
          <p:cNvPr id="3" name="Picture 2">
            <a:extLst>
              <a:ext uri="{FF2B5EF4-FFF2-40B4-BE49-F238E27FC236}">
                <a16:creationId xmlns:a16="http://schemas.microsoft.com/office/drawing/2014/main" id="{32F11236-F851-6F03-800F-459F696FA009}"/>
              </a:ext>
            </a:extLst>
          </p:cNvPr>
          <p:cNvPicPr>
            <a:picLocks noChangeAspect="1"/>
          </p:cNvPicPr>
          <p:nvPr/>
        </p:nvPicPr>
        <p:blipFill>
          <a:blip r:embed="rId3"/>
          <a:stretch>
            <a:fillRect/>
          </a:stretch>
        </p:blipFill>
        <p:spPr>
          <a:xfrm>
            <a:off x="1709" y="1201586"/>
            <a:ext cx="5048935" cy="372121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214FC2B-4A2C-4D64-2941-3196A747BA62}"/>
              </a:ext>
            </a:extLst>
          </p:cNvPr>
          <p:cNvSpPr txBox="1"/>
          <p:nvPr/>
        </p:nvSpPr>
        <p:spPr>
          <a:xfrm>
            <a:off x="320982" y="1275371"/>
            <a:ext cx="6318357" cy="3785652"/>
          </a:xfrm>
          <a:prstGeom prst="rect">
            <a:avLst/>
          </a:prstGeom>
          <a:noFill/>
        </p:spPr>
        <p:txBody>
          <a:bodyPr wrap="square" rtlCol="0">
            <a:spAutoFit/>
          </a:bodyPr>
          <a:lstStyle/>
          <a:p>
            <a:endParaRPr lang="en-US" sz="2000" dirty="0"/>
          </a:p>
          <a:p>
            <a:pPr marL="285750" lvl="0" indent="-285750">
              <a:buFont typeface="Arial" panose="020B0604020202020204" pitchFamily="34" charset="0"/>
              <a:buChar char="•"/>
            </a:pPr>
            <a:r>
              <a:rPr lang="en-US" sz="2000" dirty="0"/>
              <a:t>Develop a machine learning model for crop yield prediction.</a:t>
            </a:r>
          </a:p>
          <a:p>
            <a:pPr marL="285750" lvl="0" indent="-285750">
              <a:buFont typeface="Arial" panose="020B0604020202020204" pitchFamily="34" charset="0"/>
              <a:buChar char="•"/>
            </a:pPr>
            <a:r>
              <a:rPr lang="en-US" sz="2000" dirty="0"/>
              <a:t>Create an interactive dashboard using Power BI or Tableau.</a:t>
            </a:r>
          </a:p>
          <a:p>
            <a:pPr marL="285750" lvl="0" indent="-285750">
              <a:buFont typeface="Arial" panose="020B0604020202020204" pitchFamily="34" charset="0"/>
              <a:buChar char="•"/>
            </a:pPr>
            <a:r>
              <a:rPr lang="en-US" sz="2000" dirty="0"/>
              <a:t>Integrate real-time weather data for better analysis.</a:t>
            </a:r>
          </a:p>
          <a:p>
            <a:pPr marL="285750" lvl="0" indent="-285750">
              <a:buFont typeface="Arial" panose="020B0604020202020204" pitchFamily="34" charset="0"/>
              <a:buChar char="•"/>
            </a:pPr>
            <a:r>
              <a:rPr lang="en-US" sz="2000" dirty="0"/>
              <a:t>Perform region-wise seasonal performance comparison.</a:t>
            </a:r>
          </a:p>
          <a:p>
            <a:pPr marL="285750" lvl="0" indent="-285750">
              <a:buFont typeface="Arial" panose="020B0604020202020204" pitchFamily="34" charset="0"/>
              <a:buChar char="•"/>
            </a:pPr>
            <a:r>
              <a:rPr lang="en-US" sz="2000" dirty="0"/>
              <a:t>Build a farmer decision-support system using data analytics.</a:t>
            </a:r>
          </a:p>
          <a:p>
            <a:endParaRPr lang="en-US"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hlinkClick r:id="rId3"/>
              </a:rPr>
              <a:t>LINK</a:t>
            </a:r>
            <a:r>
              <a:rPr lang="en-US" dirty="0"/>
              <a:t> </a:t>
            </a:r>
          </a:p>
        </p:txBody>
      </p:sp>
      <p:sp>
        <p:nvSpPr>
          <p:cNvPr id="2" name="TextBox 1">
            <a:extLst>
              <a:ext uri="{FF2B5EF4-FFF2-40B4-BE49-F238E27FC236}">
                <a16:creationId xmlns:a16="http://schemas.microsoft.com/office/drawing/2014/main" id="{C46E6024-0772-8730-7D0C-2F7C1066F7E0}"/>
              </a:ext>
            </a:extLst>
          </p:cNvPr>
          <p:cNvSpPr txBox="1"/>
          <p:nvPr/>
        </p:nvSpPr>
        <p:spPr>
          <a:xfrm>
            <a:off x="548640" y="2663687"/>
            <a:ext cx="5653377" cy="666078"/>
          </a:xfrm>
          <a:prstGeom prst="rect">
            <a:avLst/>
          </a:prstGeom>
          <a:noFill/>
        </p:spPr>
        <p:txBody>
          <a:bodyPr wrap="square" rtlCol="0">
            <a:spAutoFit/>
          </a:bodyPr>
          <a:lstStyle/>
          <a:p>
            <a:r>
              <a:rPr lang="en-US" dirty="0"/>
              <a:t>https://github.com/piyushdoshi215-a11y/Seasonal-Agriculture-Performance-Analysis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DAF346B-5FA2-C345-7C7B-CEDA5E03D5A1}"/>
              </a:ext>
            </a:extLst>
          </p:cNvPr>
          <p:cNvPicPr>
            <a:picLocks noChangeAspect="1"/>
          </p:cNvPicPr>
          <p:nvPr/>
        </p:nvPicPr>
        <p:blipFill>
          <a:blip r:embed="rId3"/>
          <a:stretch>
            <a:fillRect/>
          </a:stretch>
        </p:blipFill>
        <p:spPr>
          <a:xfrm>
            <a:off x="675957" y="1452690"/>
            <a:ext cx="8444189" cy="527171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59204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557736" y="3243450"/>
            <a:ext cx="3280386" cy="631739"/>
          </a:xfrm>
        </p:spPr>
        <p:txBody>
          <a:bodyPr>
            <a:noAutofit/>
          </a:bodyPr>
          <a:lstStyle/>
          <a:p>
            <a:r>
              <a:rPr lang="en-US" dirty="0"/>
              <a:t>Questions &amp; Discussion</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1440</TotalTime>
  <Words>444</Words>
  <Application>Microsoft Office PowerPoint</Application>
  <PresentationFormat>Widescreen</PresentationFormat>
  <Paragraphs>45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Title-Seasonal Agriculture Performance Analysis</vt:lpstr>
      <vt:lpstr>PROBLEM  STATEMENT</vt:lpstr>
      <vt:lpstr>Project Description  This project analyzes a seasonal agriculture dataset using Python in Google Colab. The dataset was explored, cleaned, and visualized to compare agricultural performance across Kharif, Rabi, and Zaid seasons. The analysis focused on crop yield, revenue, rainfall, and relationships among numerical variables. The project provides data-driven insights that help understand seasonal agricultural performance. </vt:lpstr>
      <vt:lpstr>WHO ARE THE END USERS?</vt:lpstr>
      <vt:lpstr>Technology Used</vt:lpstr>
      <vt:lpstr>RESULTS : Number of Records in Each Season </vt:lpstr>
      <vt:lpstr>RESULTS : Average Crop Yield by Season </vt:lpstr>
      <vt:lpstr>RESULTS : Average Revenue by Season </vt:lpstr>
      <vt:lpstr>RESULTS : Rainfall vs Crop Yield </vt:lpstr>
      <vt:lpstr>RESULTS : Correlation Heatmap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Piyush Doshi</cp:lastModifiedBy>
  <cp:revision>101</cp:revision>
  <dcterms:created xsi:type="dcterms:W3CDTF">2021-07-11T13:13:15Z</dcterms:created>
  <dcterms:modified xsi:type="dcterms:W3CDTF">2026-09-05T21:40:14Z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